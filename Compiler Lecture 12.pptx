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06" r:id="rId4"/>
    <p:sldId id="315" r:id="rId5"/>
    <p:sldId id="316" r:id="rId6"/>
    <p:sldId id="317" r:id="rId7"/>
    <p:sldId id="265" r:id="rId8"/>
    <p:sldId id="318" r:id="rId9"/>
    <p:sldId id="30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61496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Review Class </a:t>
            </a:r>
            <a:r>
              <a:rPr lang="en-US"/>
              <a:t>Final Term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CSC3220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778101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Compiler Design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Final Term Exam Overview Discussion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Review and Practice Exercises 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Q &amp; A and Overall Course Discussion 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Quiz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Objective and Outcome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46537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Objective: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 discuss final term Exam pattern and syllabus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 practice and elaborate important topics based on the final term syllabus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 discuss the overall course outcome and future goal.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Outcome: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After this lecture the students will know the topics and possible syllabus for final term exam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After this lecture the students can clarify their doubts and queries for compiler design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student will understand the course outcome and important topics to be covered for the final term exam.   </a:t>
            </a:r>
          </a:p>
        </p:txBody>
      </p:sp>
    </p:spTree>
    <p:extLst>
      <p:ext uri="{BB962C8B-B14F-4D97-AF65-F5344CB8AC3E}">
        <p14:creationId xmlns:p14="http://schemas.microsoft.com/office/powerpoint/2010/main" val="2701784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Term Exam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46537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Exam Syllabus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Question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Mark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Rules and Regulations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Do’s and Don'ts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468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Term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46537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Important Topic Discussion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818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46537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Question and Answer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974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Lecture References</a:t>
            </a:r>
          </a:p>
        </p:txBody>
      </p:sp>
    </p:spTree>
    <p:extLst>
      <p:ext uri="{BB962C8B-B14F-4D97-AF65-F5344CB8AC3E}">
        <p14:creationId xmlns:p14="http://schemas.microsoft.com/office/powerpoint/2010/main" val="593779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References/ 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718266"/>
            <a:ext cx="8336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/>
              <a:t>1. Compilers-Principles, techniques and tools (2nd Edition) V. </a:t>
            </a:r>
            <a:r>
              <a:rPr lang="en-US" dirty="0" err="1"/>
              <a:t>Aho</a:t>
            </a:r>
            <a:r>
              <a:rPr lang="en-US" dirty="0"/>
              <a:t>, </a:t>
            </a:r>
            <a:r>
              <a:rPr lang="en-US" dirty="0" err="1"/>
              <a:t>Sethi</a:t>
            </a:r>
            <a:r>
              <a:rPr lang="en-US" dirty="0"/>
              <a:t> and D. Ullman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2. Principles of Compiler Design (2nd Revised Edition 2009) A. A. Puntambekar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3. Basics of Compiler Design Torben </a:t>
            </a:r>
            <a:r>
              <a:rPr lang="en-US" dirty="0" err="1"/>
              <a:t>Mogensen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02644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5C9779AB36FF45B8519583F265E21C" ma:contentTypeVersion="3" ma:contentTypeDescription="Create a new document." ma:contentTypeScope="" ma:versionID="d4eb1d060e6661bfec4f88011bc6d20a">
  <xsd:schema xmlns:xsd="http://www.w3.org/2001/XMLSchema" xmlns:xs="http://www.w3.org/2001/XMLSchema" xmlns:p="http://schemas.microsoft.com/office/2006/metadata/properties" xmlns:ns2="061ff923-5e81-436b-8779-5dc0b2926c42" targetNamespace="http://schemas.microsoft.com/office/2006/metadata/properties" ma:root="true" ma:fieldsID="d73b86b1bce3afeca96d41032f3f1e69" ns2:_="">
    <xsd:import namespace="061ff923-5e81-436b-8779-5dc0b2926c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ff923-5e81-436b-8779-5dc0b2926c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A08227-C294-40FC-8D90-7E6F4CCDAE80}"/>
</file>

<file path=customXml/itemProps2.xml><?xml version="1.0" encoding="utf-8"?>
<ds:datastoreItem xmlns:ds="http://schemas.openxmlformats.org/officeDocument/2006/customXml" ds:itemID="{D15F694B-9047-4CFA-9238-196DB673019A}"/>
</file>

<file path=customXml/itemProps3.xml><?xml version="1.0" encoding="utf-8"?>
<ds:datastoreItem xmlns:ds="http://schemas.openxmlformats.org/officeDocument/2006/customXml" ds:itemID="{489AD747-26A0-4FF8-AF39-0E280E0AC1E8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234</TotalTime>
  <Words>222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Corbel</vt:lpstr>
      <vt:lpstr>Wingdings</vt:lpstr>
      <vt:lpstr>Spectrum</vt:lpstr>
      <vt:lpstr>Review Class Final Term</vt:lpstr>
      <vt:lpstr>Lecture Outline</vt:lpstr>
      <vt:lpstr>Objective and Outcome</vt:lpstr>
      <vt:lpstr>Final Term Exam </vt:lpstr>
      <vt:lpstr>Final Term Review</vt:lpstr>
      <vt:lpstr>Q &amp; A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Tohedul Islam</cp:lastModifiedBy>
  <cp:revision>70</cp:revision>
  <dcterms:created xsi:type="dcterms:W3CDTF">2018-12-10T17:20:29Z</dcterms:created>
  <dcterms:modified xsi:type="dcterms:W3CDTF">2020-04-30T14:49:55Z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0x010100E55C9779AB36FF45B8519583F265E21C</vt:lpwstr>
  </property>
</Properties>
</file>